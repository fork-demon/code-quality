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reviewer up front: v1 was aimed at generic Java quality, the feedback was right, and this is what came out of it. Frame the session: one problem, one idea, one number, one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repo: 'reject orders whose total exceeds 100'. Show git diff --stat on both branches if you like. The point: every existing tool says both are fine. That is the gap, and it is specific to AI-generated code: models over-produce.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each. Don't relitigate. The reviewer's own words were 'largely a question of where each earns its place' — this slide is the placement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Linters and PR bots list smells. This produces a measurement: 'this PR is N times its minimal size, and here is what you can delete with nothing breaking.' It is entirely a prompt — a SKILL.md of ~90 lines. Then go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/tmp/orders beforehand per demo/README.md, branch 'verbose' checked out, agent open. While the twin builds (~4 min) talk through slide 4's step 4. If the room is short on time, skip straight to the recorded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verbatim from demo/sample-review.md. The two defects on the right are the persuasive bit: the verbose code created a real bug and a real security surface, and the twin comparison is what surfaced them — the extra code had nowhere to hide.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nothing runs per iteration and nothing in the pack is a script. The hook is literally the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answer to 'static analysis belongs in CI as a required check'. Agreed — and the twin review can live there too, through the PR agent's prompt. The pack itself stays local and advisory.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addresses the context-cost concern: the always-on skill is ~60 lines; the twin skill loads on demand.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here. The point of framing it as an experiment: the reviewer's real question was net value vs context cost, and only data answers that. Offer the calibration run as the first concrete step this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 Twin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prompt-only quality workflow for AI-generated code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 the guardrails review  ·  15 minutes, live demo in Tabnine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94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 lines of markdown. No scripts. No CI changes.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feature. Same tests. Same green build.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D948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+368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six new files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661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+ single impl, builder for one field, helper with one caller, result wrapper, logging on every branch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66560" y="17373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F85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+36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one if-statement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35661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Constant, one check, one exception, three boundary tests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pass Checkstyle, PMD and the tests. Sonar and the PR bots would pass both too — nothing is wrong. It is just three hundred lines nobody needed, and it compounds across hundreds of fast PRs.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D948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 catches what is wrong. Nothing catches what is unnecessary.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Twin · team review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 said five things. All five landed.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analysis in the agent loop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Gone. Optional hook runs the repo's own gradle check once per task; CI stays authoritative.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tables too narrow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Deleted. 'Over-engineering is a finding' moved into the review.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Restating linter rules in prose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Deleted. No rulesets in the pack; the build is the single source of truth.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fakes won't transfer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Trimmed to 'follow the repo's own fake'. Repo-specific examples live in the repo.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reviewer is the good part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Kept, and re-aimed: it now measures instead of listing.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Twin · team review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measure the change against a minimal twin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108960" cy="2011680"/>
          </a:xfrm>
          <a:prstGeom prst="roundRect">
            <a:avLst>
              <a:gd name="adj" fmla="val 454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828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Task + base code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860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from the diff and commit message. The base as it was before the change.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twin author never sees the diff.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26280" y="1645920"/>
            <a:ext cx="3108960" cy="2011680"/>
          </a:xfrm>
          <a:prstGeom prst="roundRect">
            <a:avLst>
              <a:gd name="adj" fmla="val 4545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54880" y="1828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Twin (isolated)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22860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subagent implements the task as small as correctly possible. Existing tests pass, minimum new tests.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yardstick, not a proposal.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503920" y="1645920"/>
            <a:ext cx="3108960" cy="2011680"/>
          </a:xfrm>
          <a:prstGeom prst="roundRect">
            <a:avLst>
              <a:gd name="adj" fmla="val 454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732520" y="1828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Measure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732520" y="22860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Verbosity ratio = lines added ÷ lines the twin needed.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declarations = what the diff added that the twin did not.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94760" y="2423160"/>
            <a:ext cx="548640" cy="457200"/>
          </a:xfrm>
          <a:prstGeom prst="rightArrow">
            <a:avLst/>
          </a:prstGeom>
          <a:solidFill>
            <a:srgbClr val="D9480F"/>
          </a:solidFill>
          <a:ln w="12700">
            <a:solidFill>
              <a:srgbClr val="D9480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0" y="2423160"/>
            <a:ext cx="548640" cy="457200"/>
          </a:xfrm>
          <a:prstGeom prst="rightArrow">
            <a:avLst/>
          </a:prstGeom>
          <a:solidFill>
            <a:srgbClr val="D9480F"/>
          </a:solidFill>
          <a:ln w="12700">
            <a:solidFill>
              <a:srgbClr val="D9480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1064240" cy="2011680"/>
          </a:xfrm>
          <a:prstGeom prst="roundRect">
            <a:avLst>
              <a:gd name="adj" fmla="val 454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2062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Justify or delete — by reading the code, not guessing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66344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extra declaration: what breaks if I delete it and inline the caller?   Nothing → delete.   Only its own test → delete both.   A behaviour the twin also has → twin is wrong, fix it.   A behaviour the twin lacks → task statement was incomplete, keep it.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two short passes the twin cannot answer: tests at the boundaries, and security gaps scanners cannot see.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Twin · team review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4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/quality-review on the verbose branch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1752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gradle check  →  green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/quality-review  →  twin built, ratio, delete list (~4 min)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yes  →  agent deletes its way toward +36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gradle check  →  still green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if no network: demo/sample-review.md — the recorded run on the next slide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Twin · team review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run, unedited: four minutes, no subagents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840480" cy="4480560"/>
          </a:xfrm>
          <a:prstGeom prst="roundRect">
            <a:avLst>
              <a:gd name="adj" fmla="val 2857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D948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7.8×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verbosity ratio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  +47 lines, 2 declarations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+368 lines, ~35 declarations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Removable ~300 lines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463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list — “nothing breaks”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828800"/>
            <a:ext cx="6858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OrderValidator interface + DefaultOrderValidator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OrderServiceConfig + Builder (and its own test)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OrderValidationHelper — three one-line wrappers (and its test)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OrderPlacementResult and the void→wrapper API change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 on every branch, catch-log-rethrow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validate/check/reserve extraction, one caller each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4069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4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without being planted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443484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check that is dead code: a log line dereferences the order first, so the test pins an accidental NPE, not the promised IllegalArgumentException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IDs written unsanitised into INFO/WARNING logs — a log-forging surface introduced by logging the task never asked for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boundary test at exactly 100; tests switched from the repo's reference fake to Mockito call-sequence asserts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Twin · team review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workflow: two commands, one optional line of config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/quality-review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pushing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minimal-twin review on the current diff. Verdict, ratio, delete list, tests and security passes. Offers to apply the deletions.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5112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432" y="1783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4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saying “done”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274320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gradle check green → twin review applied → every new behaviour tested at its boundaries → summary with the ratio before and after.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developers run instead of a reviewer catching it later.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01584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75904" y="1783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AfterAgent hook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375904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once per task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75904" y="274320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-q check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repo's own Checkstyle, PMD, Spotless, tests. Non-zero denies “done”. Nothing of ours; never per iteration.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 underneath: code-quality-core (the delete list, gate rules, definition of done) and writing-good-tests.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Twin · team review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Enforcement: three places, each doing one job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4114800"/>
              </a:tblGrid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AfterAgent hook runs gradle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Hard, deterministic, narrow. The build's rules, not ours.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description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/done writes the twin block: task, twin size, actual size, ratio, deletions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Visible. A PR without it is a PR where the workflow was skipped.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(existing PR agent)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paragraph added to its prompt: expect the block, run the twin if missing, request changes on ratio &gt; 3 or untested behaviour, comment otherwise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Authoritative. Required check + a ‘verbosity-accepted’ label for legitimate large changes.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983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an LLM gate is not deterministic. Keep the blocking thresholds few and coarse — ratio over 3, untested behaviour, gate edits — and everything else advisory, or people will route around it. No new scripts anywhere in this: a prompt change to a PR agent we already run.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Twin · team review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costs to keep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258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markdown + TOML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6459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926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to maintain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6459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4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2926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changes required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852160"/>
                <a:gridCol w="411480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qcheck.sh + two rulesets + pinned scanners + per-iteration hook + 5 skills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drifts from the build; interrupts the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42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skills, 2 commands, 1 optional hook 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versioned against a tool or a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D948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models move, we edit a paragraph — not a parser.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Twin · team review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ask: an experiment, not a policy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31520" y="1874520"/>
            <a:ext cx="502920" cy="502920"/>
          </a:xfrm>
          <a:prstGeom prst="ellipse">
            <a:avLst/>
          </a:prstGeom>
          <a:solidFill>
            <a:srgbClr val="D9480F"/>
          </a:solidFill>
          <a:ln w="12700">
            <a:solidFill>
              <a:srgbClr val="D9480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828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50 PRs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828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run /done; the twin block lands in every PR description.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926080"/>
            <a:ext cx="502920" cy="502920"/>
          </a:xfrm>
          <a:prstGeom prst="ellipse">
            <a:avLst/>
          </a:prstGeom>
          <a:solidFill>
            <a:srgbClr val="D9480F"/>
          </a:solidFill>
          <a:ln w="12700">
            <a:solidFill>
              <a:srgbClr val="D9480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first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2880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twin on 20–30 already-merged PRs and compare with what human reviewers actually said. Answers “have you actually seen these?” with numbers.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502920" cy="502920"/>
          </a:xfrm>
          <a:prstGeom prst="ellipse">
            <a:avLst/>
          </a:prstGeom>
          <a:solidFill>
            <a:srgbClr val="D9480F"/>
          </a:solidFill>
          <a:ln w="12700">
            <a:solidFill>
              <a:srgbClr val="D9480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931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verbosity ratio of merged PRs, tracked for one quarter.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D9480F"/>
          </a:solidFill>
          <a:ln w="12700">
            <a:solidFill>
              <a:srgbClr val="D9480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983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4983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median drops: wire the PR-agent paragraph in and call it a standard. If it doesn't: delete the pack.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Twin · team review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2026-09-15T08:44:25Z</dcterms:created>
  <dcterms:modified xsi:type="dcterms:W3CDTF">2026-09-15T08:44:25Z</dcterms:modified>
</cp:coreProperties>
</file>