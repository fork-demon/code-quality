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reviewer up front: v1 was aimed at generic Java quality, the feedback was right, and this is what came out of it. Frame the session: one problem, one idea, one number, one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repo: 'reject orders whose total exceeds 100'. Show git diff --stat on both branches if you like. The point: every existing tool says both are fine. That is the gap, and it is specific to AI-generated code: models over-produce.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each. Don't relitigate. The reviewer's own words were 'largely a question of where each earns its place' — this slide is the placement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Linters and PR bots list smells. This produces a measurement: 'this PR is N times its minimal size, and here is what you can delete with nothing breaking.' Five principles, ~80 lines of markdown, no code. The brief format is what keeps the twin blind — Given/When/Then cannot describe a validator or a builder. Then go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/tmp/orders beforehand per demo/README.md, branch 'verbose' checked out, agent open. While the twin builds (~4 min) talk through slide 4's step 4. If the room is short on time, skip straight to the recorded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verbatim from demo/sample-review.md. The two defects on the right are the persuasive bit: the verbose code created a real bug and a real security surface, and the twin comparison is what surfaced them — the extra code had nowhere to hide. This run predates the subagent: the twin was built inline before reading the diff. The live run uses twin-builder in isolation, which can only make the comparison fairer.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nothing runs per iteration and nothing in the pack is a script. The hook is literally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'static analysis belongs in CI as a required check'. Agreed — and the twin review can live there too, through the PR agent's prompt. The pack itself stays local and advisory.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The point of framing it as an experiment: the reviewer's real question was net value vs context cost, and only data answers that. Offer the calibration run as the first concrete step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Twin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prompt-only quality workflow for AI-generated code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the guardrails review  ·  15 minutes, live demo in Tabnine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~280 lines of markdown. No scripts. No CI changes. Nothing to maintain as the models move.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feature. Same tests. Same green build.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+368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six new files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single impl, builder for one field, helper with one caller, result wrapper, logging on every branch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737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one if-statement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566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one check, one exception, three boundary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Checkstyle, PMD and the tests. Sonar and the PR bots would pass both too — nothing is wrong. It is just three hundred lines nobody needed, and it compounds across hundreds of fast PRs.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catches what is wrong. Nothing catches what is unnecessary.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said five things. All five landed.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analysis in the agent loop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Gone. Optional hook runs the repo's own gradle check once per task; CI stays authoritative.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tables too narrow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Deleted. 'Over-engineering is a finding' moved into the review.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Restating linter rules in prose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Deleted. No rulesets in the pack; the build is the single source of truth.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fakes won't transfer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to 'follow the repo's own fake'. Repo-specific examples live in the repo.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reviewer is the good 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Kept, and re-aimed: it now measures instead of listing.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measure the change against a minimal twin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brief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acceptance criteria — behaviour only, never structure. From feature files if you have them; otherwise from the prompts the harness recorded on the branch, confirmed by the developer once.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Twin, built blind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twin-builder subagent gets only the brief and a checkout of the base. Own context window; never sees the diff. Makes the criteria pass with the least correct code.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yardstick, not a proposal.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16459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3252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Measure the whole change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ratio = lines added ÷ lines the twin needed. Extra declarations = what the diff has that the twin does not.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or whatever wrote it — hand edits count.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2423160"/>
            <a:ext cx="548640" cy="457200"/>
          </a:xfrm>
          <a:prstGeom prst="rightArrow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423160"/>
            <a:ext cx="548640" cy="457200"/>
          </a:xfrm>
          <a:prstGeom prst="rightArrow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06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Justify or delete — by reading the code, not guessing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extra declaration, one question answered by reading the code: what breaks if I delete it and inline the caller?   Nothing → delete.   Only its own test → delete both.   A behaviour the brief lacks → the brief was incomplete: add it, extend the twin, recount.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 measures size, not safety: tests at the boundaries and security gaps get their own short look. Only a bug, a vulnerability, a broken contract or untested behaviour can fail the review.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/quality-review on the verbose branch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 →  green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/quality-review  →  twin-builder subagent spawns, ratio, delete list (~4 min)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yes  →  agent deletes its way toward +36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 →  still green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no network: demo/sample-review.md — the recorded run on the next slide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run, unedited: four minutes, no subagents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D948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7.8×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ratio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  +47 lines, 2 declarations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+368 lines, ~35 declarations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Removable ~300 lines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list — “nothing breaks”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OrderValidator interface + DefaultOrderValidator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OrderServiceConfig + Builder (and its own test)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OrderValidationHelper — three one-line wrappers (and its test)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OrderPlacementResult and the void→wrapper API change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on every branch, catch-log-rethrow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validate/check/reserve extraction, one caller each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without being planted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434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check that is dead code: a log line dereferences the order first, so the test pins an accidental NPE, not the promised IllegalArgumentException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IDs written unsanitised into INFO/WARNING logs — a log-forging surface introduced by logging the task never asked for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boundary test at exactly 100; tests switched from the repo's reference fake to Mockito call-sequence asserts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two commands, two optional hooks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/quality-review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pushing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minimal-twin review on the current diff. Brief → blind twin → ratio → delete list → tests and security. Offers to apply the deletions.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8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saying “done”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check green → brief condensed from the prompt log, confirmed in one question → twin review applied → criteria recorded on the commit → summary with the ratio before and after.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1584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hooks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one line each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prompt-log: records every prompt the developer types, per branch, so the brief comes from what was actually asked.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build-checks: the repo's own gradle check once per turn; failure denies “done”.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underneath: code-quality-core (the delete list, gate rules, definition of done) and writing-good-tests.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Enforcement: three places, each doing one job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114800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AfterAgent hook runs gradle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Hard, deterministic, narrow. The build's rules, not ours.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/done writes the twin block: task, twin size, actual size, ratio, deletions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Visible. A PR without it is a PR where the workflow was skipped.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(existing PR agent)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paragraph added to its prompt: expect the block, run the twin if missing, request changes on ratio &gt; 3 or untested behaviour, comment otherwise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Authoritative. Required check + a ‘verbosity-accepted’ label for legitimate large changes.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an LLM gate is not deterministic. Keep the blocking thresholds few and coarse — ratio over 3, untested behaviour, gate edits — and everything else advisory, or people will route around it. No new scripts anywhere in this: a prompt change to a PR agent we already run.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an experiment, not a policy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keep: ~280 lines of markdown, 0 scripts, 0 CI changes. When the models move, we edit a paragraph, not a parser.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50 PRs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run /done; the twin block lands in every PR description.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81528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35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first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0358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twin on 20–30 already-merged PRs and compare with what human reviewers actually said. Answers “have you actually seen these?” with numbers.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05656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59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05993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verbosity ratio of merged PRs, tracked for one quarter.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5129784"/>
            <a:ext cx="502920" cy="50292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840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084064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median drops: wire the PR-agent paragraph in and call it a standard. If it doesn't: delete the pack. Re-run the calibration set after any model change — it is the regression test.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Twin · team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2026-09-15T16:17:04Z</dcterms:created>
  <dcterms:modified xsi:type="dcterms:W3CDTF">2026-09-15T16:17:04Z</dcterms:modified>
</cp:coreProperties>
</file>